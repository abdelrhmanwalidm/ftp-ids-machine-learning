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  <p:embeddedFont>
      <p:font typeface="TT Fors" charset="1" panose="020B0003030001020000"/>
      <p:regular r:id="rId17"/>
    </p:embeddedFont>
    <p:embeddedFont>
      <p:font typeface="TT Fors Bold" charset="1" panose="020B000303000102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2228" y="3127496"/>
            <a:ext cx="9763125" cy="4032008"/>
            <a:chOff x="0" y="0"/>
            <a:chExt cx="13017500" cy="537601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49619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FTP Intrusion Detection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NETWORK SECURITY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91323" y="4031275"/>
            <a:ext cx="11520416" cy="5590230"/>
          </a:xfrm>
          <a:custGeom>
            <a:avLst/>
            <a:gdLst/>
            <a:ahLst/>
            <a:cxnLst/>
            <a:rect r="r" b="b" t="t" l="l"/>
            <a:pathLst>
              <a:path h="5590230" w="11520416">
                <a:moveTo>
                  <a:pt x="0" y="0"/>
                </a:moveTo>
                <a:lnTo>
                  <a:pt x="11520417" y="0"/>
                </a:lnTo>
                <a:lnTo>
                  <a:pt x="11520417" y="5590230"/>
                </a:lnTo>
                <a:lnTo>
                  <a:pt x="0" y="5590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849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Introduction to FTP Vulnerabilities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Understanding Dictionary Attacks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314330" y="2564249"/>
            <a:ext cx="13519351" cy="7349781"/>
          </a:xfrm>
          <a:custGeom>
            <a:avLst/>
            <a:gdLst/>
            <a:ahLst/>
            <a:cxnLst/>
            <a:rect r="r" b="b" t="t" l="l"/>
            <a:pathLst>
              <a:path h="7349781" w="13519351">
                <a:moveTo>
                  <a:pt x="0" y="0"/>
                </a:moveTo>
                <a:lnTo>
                  <a:pt x="13519351" y="0"/>
                </a:lnTo>
                <a:lnTo>
                  <a:pt x="13519351" y="7349781"/>
                </a:lnTo>
                <a:lnTo>
                  <a:pt x="0" y="7349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21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0012" y="569242"/>
            <a:ext cx="6886575" cy="3057525"/>
            <a:chOff x="0" y="0"/>
            <a:chExt cx="9182100" cy="40767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FTP Protocol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362325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1681" y="1805824"/>
            <a:ext cx="13064638" cy="7827842"/>
          </a:xfrm>
          <a:custGeom>
            <a:avLst/>
            <a:gdLst/>
            <a:ahLst/>
            <a:cxnLst/>
            <a:rect r="r" b="b" t="t" l="l"/>
            <a:pathLst>
              <a:path h="7827842" w="13064638">
                <a:moveTo>
                  <a:pt x="0" y="0"/>
                </a:moveTo>
                <a:lnTo>
                  <a:pt x="13064638" y="0"/>
                </a:lnTo>
                <a:lnTo>
                  <a:pt x="13064638" y="7827842"/>
                </a:lnTo>
                <a:lnTo>
                  <a:pt x="0" y="7827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74" t="-7610" r="-3248" b="-750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3273400" cy="3070665"/>
            <a:chOff x="0" y="0"/>
            <a:chExt cx="17697866" cy="409422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7697866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Lab Setup and Topology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63465"/>
              <a:ext cx="17697866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31940"/>
              <a:ext cx="1464022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5921" y="2700337"/>
            <a:ext cx="6886575" cy="4886325"/>
            <a:chOff x="0" y="0"/>
            <a:chExt cx="815850" cy="578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2"/>
              <a:stretch>
                <a:fillRect l="-144" t="0" r="-1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6080760"/>
            <a:chOff x="0" y="0"/>
            <a:chExt cx="11099800" cy="81076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Attack Execution and Data Labeling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8609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Phases of Attack Simulation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1595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attack simulation included reconnaissance to identify FTP vulnerabilities, benign traffic generation for baseline, and executing a dictionary attack to demonstrate FTP's inherent weaknesses.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3442335"/>
            <a:chOff x="0" y="0"/>
            <a:chExt cx="9182100" cy="45897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initial dataset consists of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13,244 packet records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 captured in PCAPNG format. This raw traffic data includes various FTP commands and responses, providing a comprehensive view of network interactions during the simulated attacks. The diversity in packet types allows for a robust analysis of the traffic patterns associated with both benign and malicious activities.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Raw PCAPNG Traffic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5143500"/>
            <a:ext cx="6886575" cy="3813810"/>
            <a:chOff x="0" y="0"/>
            <a:chExt cx="9182100" cy="508508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700"/>
              <a:ext cx="91821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To enhance the signal-to-noise ratio, the traffic data is aggregated into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1-second time intervals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, resulting in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1,554 summarized windows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. This transformation helps in filtering out individual noisy packets, leading to a more meaningful analysis of behavioral patterns over time. The aggregation facilitates a clearer understanding of traffic trends, crucial for effective machine learning model training.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Time-Window Aggregation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Dataset Overview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Analyzing PCAPNG Traffic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01207" y="2195513"/>
            <a:ext cx="9276961" cy="4509559"/>
          </a:xfrm>
          <a:custGeom>
            <a:avLst/>
            <a:gdLst/>
            <a:ahLst/>
            <a:cxnLst/>
            <a:rect r="r" b="b" t="t" l="l"/>
            <a:pathLst>
              <a:path h="4509559" w="9276961">
                <a:moveTo>
                  <a:pt x="0" y="0"/>
                </a:moveTo>
                <a:lnTo>
                  <a:pt x="9276961" y="0"/>
                </a:lnTo>
                <a:lnTo>
                  <a:pt x="9276961" y="4509558"/>
                </a:lnTo>
                <a:lnTo>
                  <a:pt x="0" y="4509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016" r="0" b="-107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6886575" cy="3057525"/>
            <a:chOff x="0" y="0"/>
            <a:chExt cx="9182100" cy="40767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Engineering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362325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4777740"/>
            <a:ext cx="6886575" cy="1956435"/>
            <a:chOff x="0" y="0"/>
            <a:chExt cx="9182100" cy="26085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packet_count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 feature indicates the total number of packets exchanged, reflecting overall traffic volume during FTP sessions.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Packet Count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7301865"/>
            <a:ext cx="6886575" cy="1956435"/>
            <a:chOff x="0" y="0"/>
            <a:chExt cx="9182100" cy="260858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byte_sum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 feature measures the total bytes transferred, providing insight into the data mass transferred during FTP operations.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Byte Sum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7301865"/>
            <a:ext cx="6886575" cy="1956435"/>
            <a:chOff x="0" y="0"/>
            <a:chExt cx="9182100" cy="260858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byte_mean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 feature calculates the average packet size, helping to identify traffic patterns associated with legitimate and malicious activities.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Byte Mean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Machine Learning Models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Evaluation of classifiers and their performance metrics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4460661"/>
            <a:ext cx="6886575" cy="1919827"/>
            <a:chOff x="0" y="0"/>
            <a:chExt cx="9182100" cy="25597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Random Forest classifier is a powerful ensemble model, using multiple decision trees to enhance detection accuracy and robustness against overfitting.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Random Forest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1983311"/>
            <a:ext cx="6886575" cy="1919827"/>
            <a:chOff x="0" y="0"/>
            <a:chExt cx="9182100" cy="25597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Chosen for its computational efficiency, Logistic Regression performed better in this dataset, providing a simpler yet effective approach to attack detection.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Logistic Regression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42463"/>
            <a:ext cx="6886575" cy="1919827"/>
            <a:chOff x="0" y="0"/>
            <a:chExt cx="9182100" cy="25597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Key metrics include recall, focusing on minimizing false negatives, with precision also considered, ensuring a comprehensive assessment of the model's performance.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Evaluation Metrics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04810" y="3460827"/>
            <a:ext cx="13478380" cy="5364268"/>
          </a:xfrm>
          <a:custGeom>
            <a:avLst/>
            <a:gdLst/>
            <a:ahLst/>
            <a:cxnLst/>
            <a:rect r="r" b="b" t="t" l="l"/>
            <a:pathLst>
              <a:path h="5364268" w="13478380">
                <a:moveTo>
                  <a:pt x="0" y="0"/>
                </a:moveTo>
                <a:lnTo>
                  <a:pt x="13478380" y="0"/>
                </a:lnTo>
                <a:lnTo>
                  <a:pt x="13478380" y="5364268"/>
                </a:lnTo>
                <a:lnTo>
                  <a:pt x="0" y="536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77" r="0" b="-1908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14077950" cy="3002915"/>
            <a:chOff x="0" y="0"/>
            <a:chExt cx="18770600" cy="400388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87706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Classification Report Highlights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20925"/>
              <a:ext cx="187706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Metrics Overview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541607"/>
              <a:ext cx="11099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Conclusion and Future Directions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Summary of findings and next steps for improvement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The project demonstrates that </a:t>
              </a:r>
              <a:r>
                <a:rPr lang="en-US" b="true" sz="2100">
                  <a:solidFill>
                    <a:srgbClr val="CFD9E8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machine learning</a:t>
              </a: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 can effectively detect FTP dictionary attacks, achieving high recall and accuracy through feature analysis.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Recap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Implementing this detection system provides a critical defense layer for FTP servers vulnerable to automated brute force attacks.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Defense Layer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FD9E8"/>
                  </a:solidFill>
                  <a:latin typeface="TT Fors"/>
                  <a:ea typeface="TT Fors"/>
                  <a:cs typeface="TT Fors"/>
                  <a:sym typeface="TT Fors"/>
                </a:rPr>
                <a:t>Future work will explore deep learning models like RNNs and LSTMs to enhance detection of subtle or low-frequency attack patterns.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CFD9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Deep Learning Models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FTP Security Solutions</dc:description>
  <dc:identifier>DAG75BKD2mQ</dc:identifier>
  <dcterms:modified xsi:type="dcterms:W3CDTF">2011-08-01T06:04:30Z</dcterms:modified>
  <cp:revision>1</cp:revision>
  <dc:title>Presentation - FTP Security Solutions</dc:title>
</cp:coreProperties>
</file>